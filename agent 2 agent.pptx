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5" d="100"/>
          <a:sy n="105" d="100"/>
        </p:scale>
        <p:origin x="74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DC82-A759-0443-DD79-198383A19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576E2-AD97-D03E-3526-0D87A46E2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A91F-C9CA-B1AC-1356-92F29E1C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CDBCC-391C-798F-EB02-3EA31FE0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FB89-2B2E-A357-5333-2131990D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4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BDDD-9FAA-9D21-9723-6A517889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E9D21-F563-CEA2-A456-4B3D33876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AA1E4-A492-26B7-1B57-95B4621E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7A80A-6328-496C-AC1C-0D62D9F4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68DAF-E362-066D-63B0-0216AF40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6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42CA-F38C-4D3A-34D4-CC333D4D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3F778-0FD7-06A7-A71F-1BEA099F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5896-09B7-6E47-5BB9-FEC1C663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72DDE-911D-F62D-8BA9-30E748F6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B3682-921E-AF63-1572-807A314F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1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99E0-B8AB-CD66-9C76-F50DDC32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FCCE-1E80-4741-A927-BA45BC369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9B8A2-E9E7-011D-405E-51423A3B3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7277C-FF94-4B4C-A4BA-01EE2072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60A14-7145-5E6E-D5E2-FEF8E94A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93962-F60A-8461-B1BC-7E5E5F0C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6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17A7-D506-0EE0-703F-0E34257F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16F13-E92F-D8DE-8D79-462BDAD1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8EF3D-A4A2-2014-B82F-60CFCF897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E3C8F-A057-573C-8B81-5685A4D11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A9428-32AA-E559-F437-E97AE5477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D73A7-8C07-6B2B-56B5-BB9D47EF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A4E80-E4F7-68E4-687E-A2327BFA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D4BC2-03CE-E389-52E9-65CD432D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DC05-264D-6961-09D1-F17DC847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BC733-5FAB-3391-ABC5-EAE8AFE5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D0786-74C8-0975-CCE8-8E9FC937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5F1A6-C8DB-D1DB-AE41-1D3A4FA8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0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C0D3B-826C-4700-C5C8-62A4D86F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4C7D9-80AA-9E96-A1AA-590B2FDD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8996F-5C81-7281-D6C8-8343B9E3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5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9727-C2A5-40D4-5C4E-D3257FF1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55DE-AFED-95F7-FE04-2A83F2EF2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7298A-0D27-C276-DB91-439F338B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EC940-DB59-7FDB-2038-DDB6D1A7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E62FF-3D3D-3270-80D7-2398986D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B643C-3BB6-5DBC-A118-C108F7C2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C162-8DA2-78C5-AE61-2F56A0CC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CCCF7-63CC-3D7B-62DE-E57BCB345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EB31E-FB7B-5C9B-DF61-9CEF228DE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3883C-7E92-38A7-3EB0-58E845E4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7E123-7AC5-866C-C72E-B9E575E8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123F9-3540-17A5-6173-A63A61CF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3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E4C1-82CD-1CC2-2BBA-62A2C214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14FA3-856D-D737-8115-668C9678A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FB846-7276-5B8C-6A95-FCEEC07B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354D0-5B85-3691-135B-1617A401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76C9C-A1B0-9F04-A2FD-2DDE9DC9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4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B529C-A944-9411-876F-2BBC914BF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3FF02-3E3A-53B6-E715-45AB1ABA9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9A489-5E16-BF12-7481-03BCF14E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B4E5A-FCAD-039A-B07F-F58AB4A3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8A6D8-F198-E269-F7FA-9C78CCDA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9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52856-6DA7-EDDF-ECE1-D537B313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3CE1E-ED78-622B-F032-8E891CAAD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7CA30-FB43-FE71-4E84-8ACE8DDFC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51512-F6D7-AA43-8466-1662D379614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9237-13EF-10FC-AEF7-40593238D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FCA0-A911-919D-0258-72AB1930E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DE20E-A66F-7642-90E4-68F3E5849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9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5B1D-B2B5-376C-908B-4DAAB1AAE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E1B27-A958-30EB-BC4B-6302DB998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FC404E-A861-2C8C-BA87-8BC0978AA4B1}"/>
              </a:ext>
            </a:extLst>
          </p:cNvPr>
          <p:cNvGrpSpPr/>
          <p:nvPr/>
        </p:nvGrpSpPr>
        <p:grpSpPr>
          <a:xfrm>
            <a:off x="406019" y="705104"/>
            <a:ext cx="11688445" cy="4196080"/>
            <a:chOff x="2978531" y="2338832"/>
            <a:chExt cx="9749917" cy="31081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D5B389-2491-E6C3-DD09-2FE62BAFB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493510" y="2338832"/>
              <a:ext cx="6234938" cy="307767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644CA2-D533-AFEB-CD91-2876A7F8B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8531" y="2369312"/>
              <a:ext cx="6234938" cy="307767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25B7C9C-E6C7-FA8A-52C7-12DA60CB78B2}"/>
              </a:ext>
            </a:extLst>
          </p:cNvPr>
          <p:cNvSpPr txBox="1"/>
          <p:nvPr/>
        </p:nvSpPr>
        <p:spPr>
          <a:xfrm>
            <a:off x="5071872" y="1414272"/>
            <a:ext cx="2353056" cy="523220"/>
          </a:xfrm>
          <a:prstGeom prst="rect">
            <a:avLst/>
          </a:prstGeom>
          <a:solidFill>
            <a:srgbClr val="93959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Environment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35B031-73B6-CFC1-09CB-B7D5130E95C5}"/>
              </a:ext>
            </a:extLst>
          </p:cNvPr>
          <p:cNvSpPr/>
          <p:nvPr/>
        </p:nvSpPr>
        <p:spPr>
          <a:xfrm>
            <a:off x="4535424" y="719328"/>
            <a:ext cx="3316224" cy="41087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9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Percivall</dc:creator>
  <cp:lastModifiedBy>George Percivall</cp:lastModifiedBy>
  <cp:revision>1</cp:revision>
  <dcterms:created xsi:type="dcterms:W3CDTF">2025-10-28T23:09:58Z</dcterms:created>
  <dcterms:modified xsi:type="dcterms:W3CDTF">2025-10-30T18:44:21Z</dcterms:modified>
</cp:coreProperties>
</file>