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1" r:id="rId3"/>
    <p:sldId id="257" r:id="rId4"/>
    <p:sldId id="258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95" d="100"/>
          <a:sy n="95" d="100"/>
        </p:scale>
        <p:origin x="4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6AA97-408F-9DFF-EE73-796D61BEB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3439F1-2199-9E17-9B3B-6271D3C4D6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253CB-DBAE-B781-F116-C91CC4544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4861D-4876-2E7E-E846-9781C43F1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C4E93-8006-25CD-564F-E408C2487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100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51D5D-B301-EE43-464B-B8D88033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09C0C-A4EF-A4A4-EE05-022904F0D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59DBDC-6249-C806-E58F-529854CE4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A9071-598D-2712-DB9A-49554B300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B5E54-098C-46F9-622D-235B80ECE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4884-31BA-6791-A837-A754AC4A8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605071-01EE-27CB-F793-F1F03EB86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BC441-6625-FA8E-C742-61366C735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7AEFA-61EE-A5C4-A12F-BBA35AD21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AE5CB-8CCC-746C-9EB7-3DF3B1A78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7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63607-C315-966E-5389-BEDBB390A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352EC-84AE-083F-B69C-B6CC56A62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7598BC-EE1D-2FA4-68D4-B90B8549A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199931-525A-D847-9A4E-06BC5444E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15CA6A-BCD0-DA22-0105-C9AE980FD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4669DC-2FB9-7CA6-2537-91A1C4CAF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92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7EA52-17C7-0A74-08C7-3FD64008C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2CC3CA-FE15-EC34-B455-94D3D45C9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6CBBB9-C6F7-E916-610F-4D4CDC5805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71853B-A229-9179-52A6-4C578E819C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31DEDD-4211-06DF-21EA-4A0FDBEFDD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CFC714-4466-6680-F83F-DEC3DF28A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A187DF-D730-6C6A-EDFE-F5D8AECFD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050374-48EA-A5C3-83D6-FBDD947F5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044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C8555-A472-9EBD-EABB-77157EBE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78062E-04E1-1957-EA81-A95932E3D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01D57E-235D-4A96-E78D-8FB6270BF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ED0EAC-BC44-5CDC-24CB-FC190BBB6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4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69BB2F-E91E-DB77-4140-A3CCD739E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D510B2-70D3-E857-4CAD-578B7BA01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7A0719-570B-2DF1-783D-D591A02B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89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0CA92-AD74-A6B7-F813-3CE69E77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D953E-2A77-A3EB-9DD8-673E87ED43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16E2C5-B634-30F7-F070-6BE469E5D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EBD676-5BED-9DFE-4276-B00BE85DC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8CDFBC-6A90-1E2C-9C37-D219E26A16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E1A8A-5E23-4207-6BAB-7CA7F583E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025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A254-B630-8818-7C45-242BECA30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C2169D-D1DD-B589-54E7-A51274F4D8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0472CA-BCFC-9E2E-B4E2-BFAAEB16E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D96AB5-84A6-7670-5A90-BE6EF69BE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8CA7B9-A588-00E2-B3D9-ACD44A6C7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5D059-0FC7-9180-0758-F142174B0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209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2E7A3-1127-3266-F950-A825B175E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C18059-434A-37E7-8B94-94ECD1DBBF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785075-27FD-0EE1-44BC-A6B162B00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522CD1-D1C6-26D4-16F4-5473E1459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202C1-8970-E27B-B7A1-27316D3B7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259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D967B1-EAA6-640C-DE3F-260645AF31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853EF5-8BAE-D840-07FB-B5698B511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E26099-B396-9733-9EC3-AD126B928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2C3F9D-F48B-7C7F-DC64-BBDE92C26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64EDB-3317-C2A0-7821-0100C6C28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844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F955D7-3BA9-933C-2521-9EA828ECD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0AE0A0-4BFB-F108-DF38-F6B28C083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E3C6A-9B64-AD3B-6F41-40355E99AE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3B0695-030B-9245-9AD3-84362AD4BE89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DC746-7646-B7AD-D0B3-1DE727DD8C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E5837-BF13-C671-3EF9-BD9E338A2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E9FE8-CCA3-534B-996C-58B901F28F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221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EB67A4-A7EF-6A57-0A43-32768D7EB3C8}"/>
              </a:ext>
            </a:extLst>
          </p:cNvPr>
          <p:cNvSpPr txBox="1"/>
          <p:nvPr/>
        </p:nvSpPr>
        <p:spPr>
          <a:xfrm>
            <a:off x="3315644" y="84763"/>
            <a:ext cx="3999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Conceptual views: KG, Social, Registry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1D8EFA-F8C6-6595-6B89-14FAD0F77A29}"/>
              </a:ext>
            </a:extLst>
          </p:cNvPr>
          <p:cNvSpPr/>
          <p:nvPr/>
        </p:nvSpPr>
        <p:spPr>
          <a:xfrm>
            <a:off x="2682239" y="3954852"/>
            <a:ext cx="5286103" cy="2499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DF423C5-3964-23EC-6393-A8926F506DDB}"/>
              </a:ext>
            </a:extLst>
          </p:cNvPr>
          <p:cNvGrpSpPr/>
          <p:nvPr/>
        </p:nvGrpSpPr>
        <p:grpSpPr>
          <a:xfrm>
            <a:off x="2689496" y="464165"/>
            <a:ext cx="5206276" cy="2859605"/>
            <a:chOff x="2689496" y="696394"/>
            <a:chExt cx="5206276" cy="2859605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EB7ABAA-3D0C-F2FF-6BA9-72F1ABD1910F}"/>
                </a:ext>
              </a:extLst>
            </p:cNvPr>
            <p:cNvSpPr/>
            <p:nvPr/>
          </p:nvSpPr>
          <p:spPr>
            <a:xfrm>
              <a:off x="2689496" y="696394"/>
              <a:ext cx="5206276" cy="285960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C47B3F8-EA75-1B3E-8656-40EF14C28703}"/>
                </a:ext>
              </a:extLst>
            </p:cNvPr>
            <p:cNvGrpSpPr/>
            <p:nvPr/>
          </p:nvGrpSpPr>
          <p:grpSpPr>
            <a:xfrm>
              <a:off x="2992845" y="943430"/>
              <a:ext cx="4452987" cy="2450131"/>
              <a:chOff x="3413760" y="943430"/>
              <a:chExt cx="4452987" cy="2450131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AC94DAB1-D033-D75A-C709-338C1A5EC1A0}"/>
                  </a:ext>
                </a:extLst>
              </p:cNvPr>
              <p:cNvGrpSpPr/>
              <p:nvPr/>
            </p:nvGrpSpPr>
            <p:grpSpPr>
              <a:xfrm>
                <a:off x="4238173" y="943430"/>
                <a:ext cx="3628574" cy="2104571"/>
                <a:chOff x="2595156" y="856343"/>
                <a:chExt cx="7100389" cy="5210629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11507D3-8246-9FAA-6429-8E9C65EDD485}"/>
                    </a:ext>
                  </a:extLst>
                </p:cNvPr>
                <p:cNvSpPr/>
                <p:nvPr/>
              </p:nvSpPr>
              <p:spPr>
                <a:xfrm>
                  <a:off x="2595156" y="856343"/>
                  <a:ext cx="7100389" cy="5210629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9C37212E-904A-EE22-0F27-2B7399997F2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678792" y="1046842"/>
                  <a:ext cx="6921500" cy="4851400"/>
                </a:xfrm>
                <a:prstGeom prst="rect">
                  <a:avLst/>
                </a:prstGeom>
              </p:spPr>
            </p:pic>
          </p:grpSp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6283255-D49F-B7FF-BBA5-65BE913AA6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b="30805"/>
              <a:stretch/>
            </p:blipFill>
            <p:spPr>
              <a:xfrm>
                <a:off x="4580709" y="1218671"/>
                <a:ext cx="2920238" cy="182932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20B26ACB-B33A-4C5E-C0AC-3F4537FCA2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13760" y="1595628"/>
                <a:ext cx="3707166" cy="1797933"/>
              </a:xfrm>
              <a:prstGeom prst="rect">
                <a:avLst/>
              </a:prstGeom>
            </p:spPr>
          </p:pic>
        </p:grp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9CA112E8-CA64-BFCF-8066-CE53C2A0AE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2831" y="4194048"/>
            <a:ext cx="3102458" cy="19273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3F2172D-0FC1-CB36-CD60-FE89F40030FD}"/>
              </a:ext>
            </a:extLst>
          </p:cNvPr>
          <p:cNvSpPr txBox="1"/>
          <p:nvPr/>
        </p:nvSpPr>
        <p:spPr>
          <a:xfrm>
            <a:off x="9157643" y="266192"/>
            <a:ext cx="27158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Figure 5.1 Enterprise 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4917EA-AB09-1D4B-85B3-CFF311938A6F}"/>
              </a:ext>
            </a:extLst>
          </p:cNvPr>
          <p:cNvSpPr txBox="1"/>
          <p:nvPr/>
        </p:nvSpPr>
        <p:spPr>
          <a:xfrm>
            <a:off x="3032615" y="6488668"/>
            <a:ext cx="472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Distrbuted</a:t>
            </a:r>
            <a:r>
              <a:rPr lang="en-US" dirty="0"/>
              <a:t> Computing View: SW nodes, HSTP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E3A544-439E-8540-8479-68A796610D44}"/>
              </a:ext>
            </a:extLst>
          </p:cNvPr>
          <p:cNvSpPr txBox="1"/>
          <p:nvPr/>
        </p:nvSpPr>
        <p:spPr>
          <a:xfrm>
            <a:off x="3620443" y="3510133"/>
            <a:ext cx="26837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Conceptual content hosted on SW nodes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FC7AE7-9B6C-42A9-F176-E10839EC284F}"/>
              </a:ext>
            </a:extLst>
          </p:cNvPr>
          <p:cNvCxnSpPr/>
          <p:nvPr/>
        </p:nvCxnSpPr>
        <p:spPr>
          <a:xfrm>
            <a:off x="3265714" y="3367314"/>
            <a:ext cx="0" cy="5660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1F1EA1-338B-85DC-ECE8-373387D0575C}"/>
              </a:ext>
            </a:extLst>
          </p:cNvPr>
          <p:cNvCxnSpPr/>
          <p:nvPr/>
        </p:nvCxnSpPr>
        <p:spPr>
          <a:xfrm>
            <a:off x="7090229" y="3360057"/>
            <a:ext cx="0" cy="5660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00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C0B2-B289-CF82-C2DB-8E8C3B399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6727B99-3CC3-7114-550F-5CB8DB5D5391}"/>
              </a:ext>
            </a:extLst>
          </p:cNvPr>
          <p:cNvSpPr/>
          <p:nvPr/>
        </p:nvSpPr>
        <p:spPr>
          <a:xfrm>
            <a:off x="2641225" y="3597987"/>
            <a:ext cx="5286103" cy="249936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441ED3-1773-0F04-E577-6F897780FCC9}"/>
              </a:ext>
            </a:extLst>
          </p:cNvPr>
          <p:cNvSpPr txBox="1"/>
          <p:nvPr/>
        </p:nvSpPr>
        <p:spPr>
          <a:xfrm>
            <a:off x="3046062" y="5695292"/>
            <a:ext cx="4724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Distrbuted</a:t>
            </a:r>
            <a:r>
              <a:rPr lang="en-US" dirty="0"/>
              <a:t> Computing View: SW nodes, HSTP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FA72A8-6FE9-5B61-D294-0C57BBCD2F97}"/>
              </a:ext>
            </a:extLst>
          </p:cNvPr>
          <p:cNvSpPr txBox="1"/>
          <p:nvPr/>
        </p:nvSpPr>
        <p:spPr>
          <a:xfrm>
            <a:off x="3382830" y="2888087"/>
            <a:ext cx="3800606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UDG System Design</a:t>
            </a:r>
          </a:p>
          <a:p>
            <a:pPr algn="ctr"/>
            <a:r>
              <a:rPr lang="en-US" sz="1100" dirty="0"/>
              <a:t>Functional requirements of conceptual </a:t>
            </a:r>
            <a:r>
              <a:rPr lang="en-US" sz="1100" dirty="0" err="1"/>
              <a:t>ciews</a:t>
            </a:r>
            <a:r>
              <a:rPr lang="en-US" sz="1100" dirty="0"/>
              <a:t> aligned with Spatial Web Nodes in the distributed computing view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0FEFABB-BB40-30FF-6862-781B89F9D70A}"/>
              </a:ext>
            </a:extLst>
          </p:cNvPr>
          <p:cNvCxnSpPr>
            <a:cxnSpLocks/>
          </p:cNvCxnSpPr>
          <p:nvPr/>
        </p:nvCxnSpPr>
        <p:spPr>
          <a:xfrm>
            <a:off x="3228821" y="2804606"/>
            <a:ext cx="0" cy="841271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A04D1E1-A175-406E-14C1-8E38F0A0F196}"/>
              </a:ext>
            </a:extLst>
          </p:cNvPr>
          <p:cNvCxnSpPr>
            <a:cxnSpLocks/>
          </p:cNvCxnSpPr>
          <p:nvPr/>
        </p:nvCxnSpPr>
        <p:spPr>
          <a:xfrm>
            <a:off x="7337446" y="2837329"/>
            <a:ext cx="0" cy="808548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6F2BBAB-DA3D-CBC8-3DA9-BF2D72EBE56B}"/>
              </a:ext>
            </a:extLst>
          </p:cNvPr>
          <p:cNvSpPr/>
          <p:nvPr/>
        </p:nvSpPr>
        <p:spPr>
          <a:xfrm>
            <a:off x="3436240" y="4800772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SW Content Node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504890-EF8B-11E5-4D81-B43A9046247B}"/>
              </a:ext>
            </a:extLst>
          </p:cNvPr>
          <p:cNvSpPr/>
          <p:nvPr/>
        </p:nvSpPr>
        <p:spPr>
          <a:xfrm>
            <a:off x="3429342" y="3805172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UDG Node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BE6169B-5A07-8313-A83C-365E74FA1DBB}"/>
              </a:ext>
            </a:extLst>
          </p:cNvPr>
          <p:cNvSpPr/>
          <p:nvPr/>
        </p:nvSpPr>
        <p:spPr>
          <a:xfrm>
            <a:off x="4773013" y="3835169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Registry Node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AA05F75-B4D5-732C-F1C6-52EA3662CB7A}"/>
              </a:ext>
            </a:extLst>
          </p:cNvPr>
          <p:cNvSpPr/>
          <p:nvPr/>
        </p:nvSpPr>
        <p:spPr>
          <a:xfrm>
            <a:off x="4769394" y="4800772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Agent Node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AF6EA05-6798-3F5F-2257-E265CACDB49D}"/>
              </a:ext>
            </a:extLst>
          </p:cNvPr>
          <p:cNvSpPr/>
          <p:nvPr/>
        </p:nvSpPr>
        <p:spPr>
          <a:xfrm>
            <a:off x="6102548" y="4800772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Thing Node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3806DF4-F3A3-181F-BB97-0F0B714E068B}"/>
              </a:ext>
            </a:extLst>
          </p:cNvPr>
          <p:cNvSpPr/>
          <p:nvPr/>
        </p:nvSpPr>
        <p:spPr>
          <a:xfrm>
            <a:off x="6116685" y="3806551"/>
            <a:ext cx="926124" cy="77372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DID Issuer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4B11A4-3A2E-17A1-EC80-3AA7FB1CC334}"/>
              </a:ext>
            </a:extLst>
          </p:cNvPr>
          <p:cNvSpPr/>
          <p:nvPr/>
        </p:nvSpPr>
        <p:spPr>
          <a:xfrm>
            <a:off x="2641225" y="480647"/>
            <a:ext cx="5206276" cy="232730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824DD99E-5001-FB75-BDBF-853799FE0B4D}"/>
              </a:ext>
            </a:extLst>
          </p:cNvPr>
          <p:cNvSpPr/>
          <p:nvPr/>
        </p:nvSpPr>
        <p:spPr>
          <a:xfrm>
            <a:off x="3410037" y="1137138"/>
            <a:ext cx="1711568" cy="656493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UDG as a Knowledge Graph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A76AF698-3168-2F22-9005-68C636F5F9B9}"/>
              </a:ext>
            </a:extLst>
          </p:cNvPr>
          <p:cNvSpPr/>
          <p:nvPr/>
        </p:nvSpPr>
        <p:spPr>
          <a:xfrm>
            <a:off x="3421759" y="1957754"/>
            <a:ext cx="1723292" cy="679939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UDG as a Network of Registries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D6508033-9555-CFD0-EEBA-0321050C1D26}"/>
              </a:ext>
            </a:extLst>
          </p:cNvPr>
          <p:cNvSpPr/>
          <p:nvPr/>
        </p:nvSpPr>
        <p:spPr>
          <a:xfrm>
            <a:off x="5301932" y="1919136"/>
            <a:ext cx="1663644" cy="716488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UDG as a Social Network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3F5F111E-886F-2E39-E457-37D92320603E}"/>
              </a:ext>
            </a:extLst>
          </p:cNvPr>
          <p:cNvSpPr/>
          <p:nvPr/>
        </p:nvSpPr>
        <p:spPr>
          <a:xfrm>
            <a:off x="5280212" y="1111969"/>
            <a:ext cx="1712258" cy="679938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UDG as a Hyperspace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523308-9C83-CF32-6E48-71646C049A12}"/>
              </a:ext>
            </a:extLst>
          </p:cNvPr>
          <p:cNvSpPr txBox="1"/>
          <p:nvPr/>
        </p:nvSpPr>
        <p:spPr>
          <a:xfrm>
            <a:off x="3677679" y="624025"/>
            <a:ext cx="3130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Conceptual Views of the UDG</a:t>
            </a:r>
          </a:p>
        </p:txBody>
      </p:sp>
    </p:spTree>
    <p:extLst>
      <p:ext uri="{BB962C8B-B14F-4D97-AF65-F5344CB8AC3E}">
        <p14:creationId xmlns:p14="http://schemas.microsoft.com/office/powerpoint/2010/main" val="3939252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7288D-9935-419E-D4FD-EF88545FD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B630765-3984-9E90-5204-DF5BC43C02BC}"/>
              </a:ext>
            </a:extLst>
          </p:cNvPr>
          <p:cNvSpPr txBox="1"/>
          <p:nvPr/>
        </p:nvSpPr>
        <p:spPr>
          <a:xfrm>
            <a:off x="3523488" y="890016"/>
            <a:ext cx="2677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UDG Graph of </a:t>
            </a:r>
            <a:r>
              <a:rPr lang="en-US" dirty="0" err="1"/>
              <a:t>sw</a:t>
            </a:r>
            <a:r>
              <a:rPr lang="en-US" dirty="0"/>
              <a:t> entities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015814-7487-61BB-6D15-A3A507A11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450" y="939800"/>
            <a:ext cx="5499100" cy="4978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CFD80A-8973-7B8D-A170-C09FDEAA5473}"/>
              </a:ext>
            </a:extLst>
          </p:cNvPr>
          <p:cNvSpPr txBox="1"/>
          <p:nvPr/>
        </p:nvSpPr>
        <p:spPr>
          <a:xfrm>
            <a:off x="7914997" y="219299"/>
            <a:ext cx="3728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Figure 6.1 Spatial Web Ontology</a:t>
            </a:r>
          </a:p>
          <a:p>
            <a:r>
              <a:rPr lang="en-US" dirty="0"/>
              <a:t>ALREADY EXISTS no need to remake</a:t>
            </a:r>
          </a:p>
        </p:txBody>
      </p:sp>
    </p:spTree>
    <p:extLst>
      <p:ext uri="{BB962C8B-B14F-4D97-AF65-F5344CB8AC3E}">
        <p14:creationId xmlns:p14="http://schemas.microsoft.com/office/powerpoint/2010/main" val="37442635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18FEC-4556-CFA3-96F1-A0087D370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0901A9D-9662-55A6-304D-A36FEBBEBD9F}"/>
              </a:ext>
            </a:extLst>
          </p:cNvPr>
          <p:cNvSpPr txBox="1"/>
          <p:nvPr/>
        </p:nvSpPr>
        <p:spPr>
          <a:xfrm>
            <a:off x="1694688" y="526600"/>
            <a:ext cx="2288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Registries in the UDG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FFD3C0-01C9-BEED-384C-C1EA83BE0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511" y="1097084"/>
            <a:ext cx="6921500" cy="4851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B01D8A-B5C8-4661-92FD-99BFABECDBCC}"/>
              </a:ext>
            </a:extLst>
          </p:cNvPr>
          <p:cNvSpPr txBox="1"/>
          <p:nvPr/>
        </p:nvSpPr>
        <p:spPr>
          <a:xfrm>
            <a:off x="8663354" y="152399"/>
            <a:ext cx="358014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7.1 UDG network of registries</a:t>
            </a:r>
          </a:p>
          <a:p>
            <a:r>
              <a:rPr lang="en-US" dirty="0" err="1"/>
              <a:t>Orginally</a:t>
            </a:r>
            <a:r>
              <a:rPr lang="en-US" dirty="0"/>
              <a:t> developed by </a:t>
            </a:r>
            <a:r>
              <a:rPr lang="en-US" dirty="0" err="1"/>
              <a:t>Capm</a:t>
            </a:r>
            <a:endParaRPr lang="en-US" dirty="0"/>
          </a:p>
          <a:p>
            <a:r>
              <a:rPr lang="en-US" dirty="0"/>
              <a:t>Needs </a:t>
            </a:r>
          </a:p>
          <a:p>
            <a:pPr marL="285750" indent="-285750">
              <a:buFontTx/>
              <a:buChar char="-"/>
            </a:pPr>
            <a:r>
              <a:rPr lang="en-US" dirty="0"/>
              <a:t>to look like other SWF diagrams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 be simplified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53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84B8C-0777-97A9-C37D-C8021AAA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C4404AB-3D68-0490-A3BD-6DE9925BEF4C}"/>
              </a:ext>
            </a:extLst>
          </p:cNvPr>
          <p:cNvSpPr txBox="1"/>
          <p:nvPr/>
        </p:nvSpPr>
        <p:spPr>
          <a:xfrm>
            <a:off x="3523488" y="890016"/>
            <a:ext cx="2158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UDG social network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E4E9FA-CD20-2A2E-C0E7-830E47852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450" y="2095500"/>
            <a:ext cx="5499100" cy="2667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4B0CDF-D3D9-CE58-5F2C-AE6CB5532E07}"/>
              </a:ext>
            </a:extLst>
          </p:cNvPr>
          <p:cNvSpPr txBox="1"/>
          <p:nvPr/>
        </p:nvSpPr>
        <p:spPr>
          <a:xfrm>
            <a:off x="9015046" y="762000"/>
            <a:ext cx="20599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Already exists.</a:t>
            </a:r>
          </a:p>
          <a:p>
            <a:r>
              <a:rPr lang="en-US" dirty="0"/>
              <a:t>No need to remake</a:t>
            </a:r>
          </a:p>
        </p:txBody>
      </p:sp>
    </p:spTree>
    <p:extLst>
      <p:ext uri="{BB962C8B-B14F-4D97-AF65-F5344CB8AC3E}">
        <p14:creationId xmlns:p14="http://schemas.microsoft.com/office/powerpoint/2010/main" val="471498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96F1-1A46-3355-D015-3EF0E9A9E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2BC9C90-7488-127E-CE49-CDCE9932AA18}"/>
              </a:ext>
            </a:extLst>
          </p:cNvPr>
          <p:cNvSpPr txBox="1"/>
          <p:nvPr/>
        </p:nvSpPr>
        <p:spPr>
          <a:xfrm>
            <a:off x="3523488" y="890016"/>
            <a:ext cx="1403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Deployment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34A461-01A1-6AA5-916B-1DAED6628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6100" y="1622044"/>
            <a:ext cx="7772400" cy="48285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3891E0-6F37-FD6E-EBFA-8A5F9BEC9A25}"/>
              </a:ext>
            </a:extLst>
          </p:cNvPr>
          <p:cNvSpPr txBox="1"/>
          <p:nvPr/>
        </p:nvSpPr>
        <p:spPr>
          <a:xfrm>
            <a:off x="9015046" y="762000"/>
            <a:ext cx="20599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Already exists.</a:t>
            </a:r>
          </a:p>
          <a:p>
            <a:r>
              <a:rPr lang="en-US" dirty="0"/>
              <a:t>No need to remake</a:t>
            </a:r>
          </a:p>
        </p:txBody>
      </p:sp>
    </p:spTree>
    <p:extLst>
      <p:ext uri="{BB962C8B-B14F-4D97-AF65-F5344CB8AC3E}">
        <p14:creationId xmlns:p14="http://schemas.microsoft.com/office/powerpoint/2010/main" val="3905859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3946</TotalTime>
  <Words>147</Words>
  <Application>Microsoft Macintosh PowerPoint</Application>
  <PresentationFormat>Widescreen</PresentationFormat>
  <Paragraphs>33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George Percivall</dc:creator>
  <cp:lastModifiedBy>George Percivall</cp:lastModifiedBy>
  <cp:revision>4</cp:revision>
  <dcterms:created xsi:type="dcterms:W3CDTF">2025-09-16T07:25:57Z</dcterms:created>
  <dcterms:modified xsi:type="dcterms:W3CDTF">2025-11-06T16:17:52Z</dcterms:modified>
</cp:coreProperties>
</file>